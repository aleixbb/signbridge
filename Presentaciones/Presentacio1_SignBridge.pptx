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3" r:id="rId10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770"/>
    <p:restoredTop sz="94632"/>
  </p:normalViewPr>
  <p:slideViewPr>
    <p:cSldViewPr snapToGrid="0">
      <p:cViewPr varScale="1">
        <p:scale>
          <a:sx n="106" d="100"/>
          <a:sy n="106" d="100"/>
        </p:scale>
        <p:origin x="55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BD97BE-B15F-8C2E-F5AC-9B2EDE11A6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19DBDEF-218E-C685-562B-64CE158990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C1D5923-FC11-A3FC-7D0E-BA9A36B84E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2AAFC1-0FE0-CF4F-A4C1-B302ABDBC9C1}" type="datetimeFigureOut">
              <a:rPr lang="es-ES" smtClean="0"/>
              <a:t>3/3/26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E11549E-D259-A4AF-C524-67E336249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CEDA7F8-4549-0B78-72AA-87A931D89F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A7142-C986-BB43-A8B2-6B2D5B519BC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651725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A31A54-F48A-EE2D-3423-EC1DA937FD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08488D8-89B7-2C6D-A8A5-B31D7E6E70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ECFCCEC-4710-CDE8-3868-E3B13AC4B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2AAFC1-0FE0-CF4F-A4C1-B302ABDBC9C1}" type="datetimeFigureOut">
              <a:rPr lang="es-ES" smtClean="0"/>
              <a:t>3/3/26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9C60570-3560-3837-3253-D69C89265C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8B77F1C-78E1-936B-FCCB-6FCCCB7121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A7142-C986-BB43-A8B2-6B2D5B519BC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823652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F994B4-568E-5FD3-305F-0F06E3C2E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9DCDB7A-CCE8-29C9-BEF9-D722BB19AE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D54546D-4E12-5EF4-B5BF-F6AF20F220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2AAFC1-0FE0-CF4F-A4C1-B302ABDBC9C1}" type="datetimeFigureOut">
              <a:rPr lang="es-ES" smtClean="0"/>
              <a:t>3/3/26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6B59821-30DD-09DE-6B08-5574F5B02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48D5ED7-BF25-F880-43DA-55129B5441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A7142-C986-BB43-A8B2-6B2D5B519BC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737295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F89572-852A-DB8E-1EED-54B7E53233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B005E80-592E-893E-D6DB-2954F109B1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A9C309F-BB9F-7A60-BE7E-B7E611631F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0425CDE-C29B-1903-649B-25FFC93B02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2AAFC1-0FE0-CF4F-A4C1-B302ABDBC9C1}" type="datetimeFigureOut">
              <a:rPr lang="es-ES" smtClean="0"/>
              <a:t>3/3/26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2C93170-730A-E159-6D5F-23B851152F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D684570-53F3-2FCF-2113-C56B16B683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A7142-C986-BB43-A8B2-6B2D5B519BC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988115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F5ADA4-0D91-C611-4856-C2F0E8480D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F652393-B4B3-0614-CC29-E70C7B483A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6430992-B047-60D3-2155-F6ED5A2A58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7096F051-4AF6-70A4-2271-85A8571A18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791B6A59-9040-4823-FC0D-B11D7A47E46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1E9933EA-10FC-6471-E78F-CC7B48FFC0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2AAFC1-0FE0-CF4F-A4C1-B302ABDBC9C1}" type="datetimeFigureOut">
              <a:rPr lang="es-ES" smtClean="0"/>
              <a:t>3/3/26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0A6B87E1-AE9F-2034-E631-D72F52C979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8BD69B83-04E8-C16D-88CF-AA50F3B10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A7142-C986-BB43-A8B2-6B2D5B519BC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117134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A0A1B8-E106-A312-A86F-AFBB94E114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D678ED5-8FB6-6277-EA45-F3A6727256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2AAFC1-0FE0-CF4F-A4C1-B302ABDBC9C1}" type="datetimeFigureOut">
              <a:rPr lang="es-ES" smtClean="0"/>
              <a:t>3/3/26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449F77E-5B21-4AE7-5412-9FA4EE5936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E61CDB3-7546-A0D2-D78C-7C1800495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A7142-C986-BB43-A8B2-6B2D5B519BC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9436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8C8B326C-C36D-2DD6-AE5C-CF9913BABE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2AAFC1-0FE0-CF4F-A4C1-B302ABDBC9C1}" type="datetimeFigureOut">
              <a:rPr lang="es-ES" smtClean="0"/>
              <a:t>3/3/26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274AAE32-E4C0-FE25-488A-04CADDF778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7D0CC49-04AD-2FD6-5EBA-E94F1E9FBE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A7142-C986-BB43-A8B2-6B2D5B519BC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924584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F8FE4C-9DDD-2B27-838C-7F61248658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D08D68C-7C26-C4B7-6950-F3B445B613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A818170-6542-DD96-998B-DA51E1A00B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6B0D0CC-1FD2-4833-1073-9556CD887F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2AAFC1-0FE0-CF4F-A4C1-B302ABDBC9C1}" type="datetimeFigureOut">
              <a:rPr lang="es-ES" smtClean="0"/>
              <a:t>3/3/26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95000C1-2A19-B476-EC9E-3054F54CE2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13D93F9-9893-6C6C-090A-FBCE93CE00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A7142-C986-BB43-A8B2-6B2D5B519BC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141173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469C80-6B72-012C-0029-62979ACAD2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148311EE-1617-A9D1-67D7-A00CF13475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B52E9B7-95A8-DC1B-43C9-37970A2F0D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441F5C7-1699-1431-5C5A-7622AD82F9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2AAFC1-0FE0-CF4F-A4C1-B302ABDBC9C1}" type="datetimeFigureOut">
              <a:rPr lang="es-ES" smtClean="0"/>
              <a:t>3/3/26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EA1333E-E7BF-A590-7AF7-C3B9C4DDA0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C5AB0C2-B44A-9F8E-632F-DF336B210F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A7142-C986-BB43-A8B2-6B2D5B519BC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223170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414D1B-CDEB-70FD-C64A-71BCC900B6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CFA8E4B-77E8-989B-23AA-38F4D5698A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EBA3654-0929-8B3D-B54D-78C5A532EF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2AAFC1-0FE0-CF4F-A4C1-B302ABDBC9C1}" type="datetimeFigureOut">
              <a:rPr lang="es-ES" smtClean="0"/>
              <a:t>3/3/26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B7D8BEF-713E-25CB-D026-174004AFF8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704BDA8-4C6C-F208-FCD6-409BA45DB5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A7142-C986-BB43-A8B2-6B2D5B519BC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513087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4D0EA3D-9DCF-9CC3-96FD-D81C95FC5FD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4BB3B70-4968-9BBB-2289-0AE7A9055F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612CE33-A859-0FE8-760F-9AD982974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2AAFC1-0FE0-CF4F-A4C1-B302ABDBC9C1}" type="datetimeFigureOut">
              <a:rPr lang="es-ES" smtClean="0"/>
              <a:t>3/3/26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85C0782-870C-1F4D-419D-1606F0684F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486554E-5AA5-C12E-8826-43A6BC631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A7142-C986-BB43-A8B2-6B2D5B519BC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048322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1876AB30-9836-22CB-0F55-633079C3C4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4C4FDD3-E6FE-136B-2F0D-736EA86E37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BC9FFBC-6984-2941-9C82-0C142FF625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B2AAFC1-0FE0-CF4F-A4C1-B302ABDBC9C1}" type="datetimeFigureOut">
              <a:rPr lang="es-ES" smtClean="0"/>
              <a:t>3/3/26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37EDDAD-1AAA-AEC7-370A-B4BF0AFC12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0E294D8-1779-9BDB-A736-0AC5CB6794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7A7142-C986-BB43-A8B2-6B2D5B519BC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869474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F3ECB64F-D987-55AC-2EFF-AA6D301DFC1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5E33A343-A38F-55CB-7FAB-0A14FA5A66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 lang="es-ES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BF37EE16-85FC-FE6E-BF80-1DE5148BD6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8173"/>
            <a:ext cx="12192000" cy="6874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60605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CA526DF5-9BBE-FF44-11F7-30536FB8D9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-14389"/>
            <a:ext cx="12192001" cy="6886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92991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034EAF43-A03B-D34F-0A00-9037AC1182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014"/>
            <a:ext cx="12192000" cy="6868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76261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C8EA390C-01AA-9754-60EA-F4EC6EC862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5209"/>
            <a:ext cx="12192000" cy="6888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60792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22AE6002-8CB4-D689-5A9F-B53412F60A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7379"/>
            <a:ext cx="12192000" cy="6872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57282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60867C-F6EB-71C1-B520-79614A06E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ca-E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2335076-DBE7-818D-7750-FB342DE618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ca-E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38DC8E01-D44F-A5B4-98F3-8B0DEA8C46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4" y="0"/>
            <a:ext cx="12184212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12497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65B7DC-1913-9508-70B0-8FE3443079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ca-E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0F0C011-C6D8-265F-85ED-43901284D5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ca-ES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026A32AC-2271-8F57-53D2-9E6C6B62D7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6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13260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2A7B71-EAC5-CAE2-37E8-214281E41A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ca-E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5C62AF3-F885-57E8-6CA7-C3EA272784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ca-ES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C4166529-9F06-90C4-8621-782A1A4619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827"/>
            <a:ext cx="12192000" cy="6842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60888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D62E6E-235F-9361-292F-5F5EFCE944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ca-E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6E11313-55A6-7720-087B-2CAD6D18F1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ca-ES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B6D8340B-A010-9D50-5B85-E6314B6DDA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1317"/>
            <a:ext cx="12192000" cy="6880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620665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492</TotalTime>
  <Words>0</Words>
  <Application>Microsoft Macintosh PowerPoint</Application>
  <PresentationFormat>Panorámica</PresentationFormat>
  <Paragraphs>0</Paragraphs>
  <Slides>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Aleix Benet Bach</dc:creator>
  <cp:lastModifiedBy>Aleix Benet Bach</cp:lastModifiedBy>
  <cp:revision>10</cp:revision>
  <dcterms:created xsi:type="dcterms:W3CDTF">2026-02-12T16:49:05Z</dcterms:created>
  <dcterms:modified xsi:type="dcterms:W3CDTF">2026-03-03T15:19:34Z</dcterms:modified>
</cp:coreProperties>
</file>