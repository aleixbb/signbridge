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50"/>
  </p:normalViewPr>
  <p:slideViewPr>
    <p:cSldViewPr snapToGrid="0">
      <p:cViewPr varScale="1">
        <p:scale>
          <a:sx n="90" d="100"/>
          <a:sy n="90" d="100"/>
        </p:scale>
        <p:origin x="2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D97BE-B15F-8C2E-F5AC-9B2EDE11A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9DBDEF-218E-C685-562B-64CE1589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D5923-FC11-A3FC-7D0E-BA9A36B84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11549E-D259-A4AF-C524-67E3362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DA7F8-4549-0B78-72AA-87A931D8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517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31A54-F48A-EE2D-3423-EC1DA937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8488D8-89B7-2C6D-A8A5-B31D7E6E7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CFCCEC-4710-CDE8-3868-E3B13AC4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60570-3560-3837-3253-D69C8926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B77F1C-78E1-936B-FCCB-6FCCCB71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236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994B4-568E-5FD3-305F-0F06E3C2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DCDB7A-CCE8-29C9-BEF9-D722BB19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54546D-4E12-5EF4-B5BF-F6AF20F2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B59821-30DD-09DE-6B08-5574F5B0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8D5ED7-BF25-F880-43DA-55129B54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72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89572-852A-DB8E-1EED-54B7E532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005E80-592E-893E-D6DB-2954F109B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9C309F-BB9F-7A60-BE7E-B7E611631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425CDE-C29B-1903-649B-25FFC93B0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C93170-730A-E159-6D5F-23B851152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684570-53F3-2FCF-2113-C56B16B6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881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5ADA4-0D91-C611-4856-C2F0E848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652393-B4B3-0614-CC29-E70C7B48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430992-B047-60D3-2155-F6ED5A2A5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96F051-4AF6-70A4-2271-85A8571A1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1B6A59-9040-4823-FC0D-B11D7A47E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9933EA-10FC-6471-E78F-CC7B48FF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6B87E1-AE9F-2034-E631-D72F52C9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D69B83-04E8-C16D-88CF-AA50F3B1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171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0A1B8-E106-A312-A86F-AFBB94E1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678ED5-8FB6-6277-EA45-F3A672725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49F77E-5B21-4AE7-5412-9FA4EE59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61CDB3-7546-A0D2-D78C-7C180049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4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8B326C-C36D-2DD6-AE5C-CF9913BA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4AAE32-E4C0-FE25-488A-04CADDF7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D0CC49-04AD-2FD6-5EBA-E94F1E9F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2458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8FE4C-9DDD-2B27-838C-7F612486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08D68C-7C26-C4B7-6950-F3B445B61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818170-6542-DD96-998B-DA51E1A00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B0D0CC-1FD2-4833-1073-9556CD88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5000C1-2A19-B476-EC9E-3054F54C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D93F9-9893-6C6C-090A-FBCE93CE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411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69C80-6B72-012C-0029-62979ACA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8311EE-1617-A9D1-67D7-A00CF1347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52E9B7-95A8-DC1B-43C9-37970A2F0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41F5C7-1699-1431-5C5A-7622AD82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A1333E-E7BF-A590-7AF7-C3B9C4DD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5AB0C2-B44A-9F8E-632F-DF336B21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31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14D1B-CDEB-70FD-C64A-71BCC900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FA8E4B-77E8-989B-23AA-38F4D5698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BA3654-0929-8B3D-B54D-78C5A532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7D8BEF-713E-25CB-D026-174004AFF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04BDA8-4C6C-F208-FCD6-409BA45D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30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D0EA3D-9DCF-9CC3-96FD-D81C95FC5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BB3B70-4968-9BBB-2289-0AE7A9055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2CE33-A859-0FE8-760F-9AD98297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C0782-870C-1F4D-419D-1606F0684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86554E-5AA5-C12E-8826-43A6BC63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483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76AB30-9836-22CB-0F55-633079C3C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C4FDD3-E6FE-136B-2F0D-736EA86E3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C9FFBC-6984-2941-9C82-0C142FF62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AAFC1-0FE0-CF4F-A4C1-B302ABDBC9C1}" type="datetimeFigureOut">
              <a:rPr lang="es-ES" smtClean="0"/>
              <a:t>22/2/26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7EDDAD-1AAA-AEC7-370A-B4BF0AFC1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E294D8-1779-9BDB-A736-0AC5CB679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694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3ECB64F-D987-55AC-2EFF-AA6D301DF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E33A343-A38F-55CB-7FAB-0A14FA5A6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37EE16-85FC-FE6E-BF80-1DE5148B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173"/>
            <a:ext cx="12192000" cy="687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60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F12D5E-567D-F4C0-1448-6F225276E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853"/>
            <a:ext cx="12192000" cy="691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9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4EAF43-A03B-D34F-0A00-9037AC118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14"/>
            <a:ext cx="12192000" cy="686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2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8EA390C-01AA-9754-60EA-F4EC6EC8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09"/>
            <a:ext cx="12192000" cy="688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7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AE6002-8CB4-D689-5A9F-B53412F60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79"/>
            <a:ext cx="12192000" cy="687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2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0867C-F6EB-71C1-B520-79614A06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335076-DBE7-818D-7750-FB342DE61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DC8E01-D44F-A5B4-98F3-8B0DEA8C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" y="0"/>
            <a:ext cx="1218421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49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5B7DC-1913-9508-70B0-8FE34430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F0C011-C6D8-265F-85ED-43901284D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6A32AC-2271-8F57-53D2-9E6C6B62D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2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62E6E-235F-9361-292F-5F5EFCE9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E11313-55A6-7720-087B-2CAD6D18F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D8340B-A010-9D50-5B85-E6314B6DD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317"/>
            <a:ext cx="12192000" cy="688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06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0</Words>
  <Application>Microsoft Macintosh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Aleix Benet Bach</dc:creator>
  <cp:lastModifiedBy>Aleix Benet Bach</cp:lastModifiedBy>
  <cp:revision>8</cp:revision>
  <dcterms:created xsi:type="dcterms:W3CDTF">2026-02-12T16:49:05Z</dcterms:created>
  <dcterms:modified xsi:type="dcterms:W3CDTF">2026-02-22T18:15:18Z</dcterms:modified>
</cp:coreProperties>
</file>